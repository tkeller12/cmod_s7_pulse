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7" d="100"/>
          <a:sy n="97" d="100"/>
        </p:scale>
        <p:origin x="111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83B71-6EC1-9C32-4A11-18CAACD5B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D7AF9-0EA2-8E29-BD53-32B4F450B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9BA4E-EED5-D13A-601B-B6F417116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BFFF6-4FB8-BA58-B681-E22B01550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06621-E277-967D-A1D4-A54F9D98D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8425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FF31B-534F-0DFD-847C-D985D9282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184C8-6B23-85EF-BB8B-BB5FA5ACA3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4F41D-D8D8-045C-C7DC-CFA646762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6B629-FF1D-3120-20CB-739209DA8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F571E7-0E46-E111-487E-0C8A1A24B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158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1C3A-AB13-A002-B03E-2BC93FC85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3EEB51-FE8D-946C-799E-D898718C3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65EE7-3651-9BF7-9686-83E4B12C9B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BFA92-2168-82C6-7F9C-884F12BE5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25879-8EA6-EFC1-94E7-81F018347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023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001EB-0AF0-B0EF-A5C9-E27148AB4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05B968-D150-59D6-1B8E-3A18AD045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792001-ADBC-8437-5B34-F3546D5B5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49AAE-AFD2-465C-65A1-54F9E2C92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2C368-D4FA-BE52-54C7-BA55333C9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A82B5E-CEB0-6BE3-C127-41048E5A4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518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BE4A2-7481-22FB-E25B-E0704075B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AA48B0-23B0-F481-4A09-A93782569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081A35-2875-8FAE-2D5A-91897A1CE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F9B216-8ACF-ED01-A18C-F65D7116B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DEE70-9CF1-FFDA-F9AE-F59DC75370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36D15A-2588-59AB-A7B1-4E471AA6A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151DA3-2A20-EB90-EEAE-FAA192A7C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EABBBE-BA08-4ECD-B0F1-D55A121F7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586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4B30-1083-3792-BAE9-CDBAFD420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AF5657-E2A4-2923-D3A8-492CD32255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6D700-033D-125D-CC4A-5FAFD02B5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FCBD1F-A18A-B7A6-13C0-E2E1435B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045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A21FBD-5E8F-BBCF-5276-F6981E406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342555-BF4A-3EEA-7E0B-CDEC795C1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3E464-96E5-B4E4-4776-872363E290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363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9FA1D-648A-91AF-DDA5-09EC9FA7F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4285E-209B-F1CD-3222-7022AC3F0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9BD0F-67A9-6C85-7113-280450740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84DBE4-0473-683D-5C37-06666748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425A7-16E7-8C5C-C3C9-CFD6E9CBB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696EDE-936B-B49E-F6F6-067D9B826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731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C773E-7F77-B262-198E-4B4C5394E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48E2D5-F8DB-76E8-522A-498939CA4B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A8656F-9EE6-41DC-3D40-05ADD4EAF9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0B8812-4C0F-9A48-A1A9-C3737B91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BA516D-FB46-04FA-AC1B-A3D67E521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090F50-1D77-C3C7-8630-7BAFBEAF3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977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E0A4-2B1B-A39D-782A-2EE3F873E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F404CD-682C-6D0F-2B20-F5AD657BA3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7147D-D9F9-B457-5115-755387187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8BF48E-16D3-B82F-7BC7-2DCB6176A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48C02F-8973-25E9-6F57-28DBB4866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070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7BC47C-B1C6-8316-2205-73220EFB69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70EA76-DE39-9390-F02B-BDC01CC359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27F63D-D032-FE0E-F78E-1D73A9B00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3F013E-971F-0F2B-1B84-A780AE2B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985D4-3A8E-9EA6-1BCA-56BEC8C0D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808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F57DFE-D4AF-777A-559D-5D22E7C87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0C2225-1F7C-3688-2A00-EC68669BB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F8578-788C-BBA4-A25E-09DE46AEA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6828E8-20EE-4859-BAAE-B9CDE9EE438F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8CAAE-F1BC-A677-29E9-26BA2114E8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8ECD2-11EE-A4EC-DD9B-9EA4A52FDB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C1CFB-DF71-4524-B094-74DF5D3566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482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49707-2E76-C7FA-E7AB-1539F73546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Pulse Programmer Documentation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4BF248-61C7-C3B7-6855-53D018BF32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03/15/2026</a:t>
            </a:r>
          </a:p>
        </p:txBody>
      </p:sp>
    </p:spTree>
    <p:extLst>
      <p:ext uri="{BB962C8B-B14F-4D97-AF65-F5344CB8AC3E}">
        <p14:creationId xmlns:p14="http://schemas.microsoft.com/office/powerpoint/2010/main" val="3812947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0C90B-65D8-C472-6812-BCD62AF00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26F27-6304-521F-7B0E-4BBF785DE9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System Clock: 125 MHz</a:t>
            </a:r>
          </a:p>
          <a:p>
            <a:pPr lvl="1"/>
            <a:r>
              <a:rPr lang="en-US" dirty="0"/>
              <a:t>8 ns period</a:t>
            </a:r>
          </a:p>
          <a:p>
            <a:pPr lvl="1"/>
            <a:r>
              <a:rPr lang="en-US" dirty="0"/>
              <a:t>LUT requires 3.5 ns</a:t>
            </a:r>
          </a:p>
          <a:p>
            <a:pPr lvl="1"/>
            <a:r>
              <a:rPr lang="en-US" dirty="0"/>
              <a:t>250 MHz does not meet timing requirement</a:t>
            </a:r>
          </a:p>
          <a:p>
            <a:r>
              <a:rPr lang="en-US" dirty="0"/>
              <a:t>Pulse Programmer Outputs: 8</a:t>
            </a:r>
          </a:p>
          <a:p>
            <a:r>
              <a:rPr lang="en-US" dirty="0"/>
              <a:t>Memory Size: 12-bit (4096 addresses)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57264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00F9D-B115-CE37-90A3-0DEF6DE04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Pulse Programmer Instructions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77682C3-047A-38AC-4CE9-3DE54C1F22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1350426"/>
              </p:ext>
            </p:extLst>
          </p:nvPr>
        </p:nvGraphicFramePr>
        <p:xfrm>
          <a:off x="267928" y="1825625"/>
          <a:ext cx="11678268" cy="348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6378">
                  <a:extLst>
                    <a:ext uri="{9D8B030D-6E8A-4147-A177-3AD203B41FA5}">
                      <a16:colId xmlns:a16="http://schemas.microsoft.com/office/drawing/2014/main" val="3381540407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2224021200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950614021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4262837244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2504356897"/>
                    </a:ext>
                  </a:extLst>
                </a:gridCol>
                <a:gridCol w="1946378">
                  <a:extLst>
                    <a:ext uri="{9D8B030D-6E8A-4147-A177-3AD203B41FA5}">
                      <a16:colId xmlns:a16="http://schemas.microsoft.com/office/drawing/2014/main" val="2782323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OP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(BIN)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OP CODE (INT)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3154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 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 OPERATION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065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 - 1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 FOR DELAY*CLOCK PERIOD 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457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LONG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20</a:t>
                      </a:r>
                      <a:r>
                        <a:rPr lang="en-US" baseline="0" dirty="0"/>
                        <a:t> – 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0 to 2</a:t>
                      </a:r>
                      <a:r>
                        <a:rPr lang="en-US" baseline="30000" dirty="0"/>
                        <a:t>32</a:t>
                      </a:r>
                      <a:r>
                        <a:rPr lang="en-US" baseline="0" dirty="0"/>
                        <a:t> - 1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DELAY FOR</a:t>
                      </a:r>
                    </a:p>
                    <a:p>
                      <a:r>
                        <a:rPr lang="en-US" dirty="0"/>
                        <a:t>DATA*DELAY*</a:t>
                      </a:r>
                    </a:p>
                    <a:p>
                      <a:r>
                        <a:rPr lang="en-US" dirty="0"/>
                        <a:t>CLOCK PERIOD 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3050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0b11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BRAM</a:t>
                      </a:r>
                    </a:p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JUMP TO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2130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6198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2781B4-3B1E-6C30-0BD2-85069AF10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D6D090-8EFE-F0D3-0A2B-E94EACA27B2A}"/>
              </a:ext>
            </a:extLst>
          </p:cNvPr>
          <p:cNvSpPr txBox="1"/>
          <p:nvPr/>
        </p:nvSpPr>
        <p:spPr>
          <a:xfrm>
            <a:off x="2350008" y="2532659"/>
            <a:ext cx="72330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pulse	|	data	|	op code		|	delay</a:t>
            </a:r>
          </a:p>
          <a:p>
            <a:r>
              <a:rPr lang="en-US" dirty="0"/>
              <a:t>8-bit		20-bit		4-bit			32-bit</a:t>
            </a:r>
          </a:p>
          <a:p>
            <a:r>
              <a:rPr lang="en-US" dirty="0"/>
              <a:t>[63:56]		[55:36]		[35:32]			[31:0]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20F72-63DC-66FE-A797-3821C7B8EA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480" y="4167078"/>
            <a:ext cx="2572109" cy="12288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7F3DD4-71E7-8CA1-053A-C01DFA16C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6623" y="4510025"/>
            <a:ext cx="2734057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9359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F2981-B252-11B2-8F34-BAED06EF5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78FB06-1A30-5A96-548F-80DD2FC7A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Currently 10 bytes must be transmitted at a time. Should add timeout</a:t>
            </a:r>
          </a:p>
          <a:p>
            <a:r>
              <a:rPr lang="en-US" dirty="0"/>
              <a:t>4-bit (16) UART commands are possible</a:t>
            </a:r>
          </a:p>
          <a:p>
            <a:endParaRPr lang="en-US" dirty="0"/>
          </a:p>
          <a:p>
            <a:r>
              <a:rPr lang="en-US" dirty="0"/>
              <a:t>0 = Read from RAM (Not Implemented)</a:t>
            </a:r>
          </a:p>
          <a:p>
            <a:r>
              <a:rPr lang="en-US" dirty="0"/>
              <a:t>1 = Write to RAM</a:t>
            </a:r>
          </a:p>
          <a:p>
            <a:r>
              <a:rPr lang="en-US" dirty="0"/>
              <a:t>2 = Start</a:t>
            </a:r>
          </a:p>
          <a:p>
            <a:r>
              <a:rPr lang="en-US" dirty="0"/>
              <a:t>3 = Stop</a:t>
            </a:r>
          </a:p>
          <a:p>
            <a:r>
              <a:rPr lang="en-US" dirty="0"/>
              <a:t>4 = ???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Add software trigger command</a:t>
            </a:r>
          </a:p>
          <a:p>
            <a:pPr lvl="1"/>
            <a:r>
              <a:rPr lang="en-US" dirty="0"/>
              <a:t>External Clock?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3B08860-21F7-4808-F39D-47A69BF8B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2233" y="3358941"/>
            <a:ext cx="2534004" cy="83831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7440BC-4130-9004-A19E-89CCA4F297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543" y="4909396"/>
            <a:ext cx="4153480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349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4B01D-DD63-F243-1B39-E71A50607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21095-81BE-4B29-C5F3-DEC6FA2204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125 MHz clock</a:t>
            </a:r>
          </a:p>
          <a:p>
            <a:r>
              <a:rPr lang="en-US" dirty="0"/>
              <a:t>8 ns pulse programmer time resolution</a:t>
            </a:r>
          </a:p>
          <a:p>
            <a:r>
              <a:rPr lang="en-US" dirty="0"/>
              <a:t>Minimum delay/pulse = 8 ns (1 clock cycles)</a:t>
            </a:r>
          </a:p>
          <a:p>
            <a:pPr lvl="1"/>
            <a:r>
              <a:rPr lang="en-US" dirty="0"/>
              <a:t>TESTING REQUIRED</a:t>
            </a:r>
          </a:p>
          <a:p>
            <a:endParaRPr lang="en-US" dirty="0"/>
          </a:p>
          <a:p>
            <a:r>
              <a:rPr lang="en-US" dirty="0"/>
              <a:t>Current Baud Rate: 115200</a:t>
            </a:r>
          </a:p>
          <a:p>
            <a:r>
              <a:rPr lang="en-US" dirty="0"/>
              <a:t>Maximum </a:t>
            </a:r>
            <a:r>
              <a:rPr lang="en-US" dirty="0" err="1"/>
              <a:t>Baudrate</a:t>
            </a:r>
            <a:r>
              <a:rPr lang="en-US" dirty="0"/>
              <a:t> (6,000,000) needs testing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8E21B2-4B51-533C-06B1-CAA8C423A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97" y="5376751"/>
            <a:ext cx="3677163" cy="800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444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6A49D-6AE7-B5DF-E7E1-F65D54B52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Hardware Photos</a:t>
            </a:r>
          </a:p>
        </p:txBody>
      </p:sp>
      <p:pic>
        <p:nvPicPr>
          <p:cNvPr id="4" name="Content Placeholder 4" descr="A green circuit board with black wires&#10;&#10;AI-generated content may be incorrect.">
            <a:extLst>
              <a:ext uri="{FF2B5EF4-FFF2-40B4-BE49-F238E27FC236}">
                <a16:creationId xmlns:a16="http://schemas.microsoft.com/office/drawing/2014/main" id="{16A99191-8E0A-73D5-4E8E-81C22795D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0142" y="4042239"/>
            <a:ext cx="3458496" cy="2593872"/>
          </a:xfrm>
          <a:prstGeom prst="rect">
            <a:avLst/>
          </a:prstGeom>
        </p:spPr>
      </p:pic>
      <p:pic>
        <p:nvPicPr>
          <p:cNvPr id="5" name="Picture 4" descr="A group of electronic components on a table&#10;&#10;AI-generated content may be incorrect.">
            <a:extLst>
              <a:ext uri="{FF2B5EF4-FFF2-40B4-BE49-F238E27FC236}">
                <a16:creationId xmlns:a16="http://schemas.microsoft.com/office/drawing/2014/main" id="{B05BC794-EE79-6710-19D9-BB4BD0131D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3" y="4055961"/>
            <a:ext cx="3571427" cy="2678570"/>
          </a:xfrm>
          <a:prstGeom prst="rect">
            <a:avLst/>
          </a:prstGeom>
        </p:spPr>
      </p:pic>
      <p:pic>
        <p:nvPicPr>
          <p:cNvPr id="6" name="Picture 5" descr="A black electronic device with buttons and switches&#10;&#10;AI-generated content may be incorrect.">
            <a:extLst>
              <a:ext uri="{FF2B5EF4-FFF2-40B4-BE49-F238E27FC236}">
                <a16:creationId xmlns:a16="http://schemas.microsoft.com/office/drawing/2014/main" id="{80139D5F-BD26-5DA3-B5E9-94EC80621BA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4674" y="1532038"/>
            <a:ext cx="3149432" cy="2362074"/>
          </a:xfrm>
          <a:prstGeom prst="rect">
            <a:avLst/>
          </a:prstGeom>
        </p:spPr>
      </p:pic>
      <p:pic>
        <p:nvPicPr>
          <p:cNvPr id="7" name="Picture 6" descr="A circuit board with lights on it&#10;&#10;AI-generated content may be incorrect.">
            <a:extLst>
              <a:ext uri="{FF2B5EF4-FFF2-40B4-BE49-F238E27FC236}">
                <a16:creationId xmlns:a16="http://schemas.microsoft.com/office/drawing/2014/main" id="{8637E75A-E7D3-04CE-B883-1B43BB460F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02" y="1215541"/>
            <a:ext cx="3571428" cy="267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145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3FD78-DBCE-369B-5C55-793EACB97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Device (Development)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CD0CDD3C-509D-B79B-F12E-EEE3C908D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81" y="3330563"/>
            <a:ext cx="2305372" cy="20100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9F6BDD-BBC5-61F2-CC45-B69AA6A6F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0527" y="1988911"/>
            <a:ext cx="8535591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6F24F-C1D1-D254-4127-6CCD35A97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Memory Config in </a:t>
            </a:r>
            <a:r>
              <a:rPr lang="en-US" dirty="0" err="1"/>
              <a:t>Vivado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19769-A503-065F-74AB-03237F9F4D46}"/>
              </a:ext>
            </a:extLst>
          </p:cNvPr>
          <p:cNvSpPr txBox="1"/>
          <p:nvPr/>
        </p:nvSpPr>
        <p:spPr>
          <a:xfrm>
            <a:off x="838200" y="1321356"/>
            <a:ext cx="4576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Tools -&gt; Generate Memory Configuration File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C895EC-8DF4-4E9B-22F8-3E2B6877DD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0717" y="1690687"/>
            <a:ext cx="10775911" cy="5044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1118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382ED8-D6CA-DEBF-3C71-1D1667DCA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Memory Configuration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A41F5CE5-8577-A9F9-4CA3-C51E8B724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2918" y="2141537"/>
            <a:ext cx="6571688" cy="4351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2D375F-E676-4F3D-4A9F-6F018C7DB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56" y="2141537"/>
            <a:ext cx="3559256" cy="2779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58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DDD3E-88D7-AFD3-9F2F-7436C1B3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Words (v1)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68A530-16DC-21F5-9B61-98F56694AC97}"/>
              </a:ext>
            </a:extLst>
          </p:cNvPr>
          <p:cNvSpPr txBox="1"/>
          <p:nvPr/>
        </p:nvSpPr>
        <p:spPr>
          <a:xfrm>
            <a:off x="454057" y="2967335"/>
            <a:ext cx="115596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command	|	</a:t>
            </a:r>
            <a:r>
              <a:rPr lang="en-US" sz="800" dirty="0" err="1"/>
              <a:t>addr</a:t>
            </a:r>
            <a:r>
              <a:rPr lang="en-US" sz="800" dirty="0"/>
              <a:t>	|	pulse pattern	|	DDS 	|	data 	|	op code	|	delay</a:t>
            </a:r>
          </a:p>
          <a:p>
            <a:r>
              <a:rPr lang="en-US" sz="800" dirty="0"/>
              <a:t>4-bit	|	12-bit	|	8-bit	|	8-bit	|	12-bit 	|	4-bit	|	32-bit</a:t>
            </a:r>
          </a:p>
          <a:p>
            <a:r>
              <a:rPr lang="en-US" sz="800" dirty="0"/>
              <a:t>[79:76]	|	[75:64]	|	[63:56]	|	 [55:48] 	|	[47:36] 	|	[35:32]	|	[31:0]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BEBD2D-3422-3D9A-51E9-B8C86C50D8D6}"/>
              </a:ext>
            </a:extLst>
          </p:cNvPr>
          <p:cNvSpPr txBox="1"/>
          <p:nvPr/>
        </p:nvSpPr>
        <p:spPr>
          <a:xfrm>
            <a:off x="3321522" y="1959679"/>
            <a:ext cx="554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at least 12-bit data for address in GOTO op-code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F01673-0C9F-2809-7235-2FBCDF69C029}"/>
              </a:ext>
            </a:extLst>
          </p:cNvPr>
          <p:cNvSpPr txBox="1"/>
          <p:nvPr/>
        </p:nvSpPr>
        <p:spPr>
          <a:xfrm>
            <a:off x="3728725" y="2813446"/>
            <a:ext cx="50102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FF0000"/>
                </a:solidFill>
              </a:rPr>
              <a:t>NOT IMPLEMENTED</a:t>
            </a:r>
          </a:p>
        </p:txBody>
      </p:sp>
    </p:spTree>
    <p:extLst>
      <p:ext uri="{BB962C8B-B14F-4D97-AF65-F5344CB8AC3E}">
        <p14:creationId xmlns:p14="http://schemas.microsoft.com/office/powerpoint/2010/main" val="268889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377</Words>
  <Application>Microsoft Office PowerPoint</Application>
  <PresentationFormat>Widescreen</PresentationFormat>
  <Paragraphs>78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Pulse Programmer Documentation</vt:lpstr>
      <vt:lpstr>Specifications</vt:lpstr>
      <vt:lpstr>Pulse Programmer Instructions</vt:lpstr>
      <vt:lpstr>Instructions</vt:lpstr>
      <vt:lpstr>UART Commands</vt:lpstr>
      <vt:lpstr>Clock</vt:lpstr>
      <vt:lpstr>Hardware Photos</vt:lpstr>
      <vt:lpstr>Programming Device (Development)</vt:lpstr>
      <vt:lpstr>Creating Memory Config in Vivado</vt:lpstr>
      <vt:lpstr>Writing Memory Configuration</vt:lpstr>
      <vt:lpstr>Programming Words (v1)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Keller</dc:creator>
  <cp:lastModifiedBy>Tim Keller</cp:lastModifiedBy>
  <cp:revision>3</cp:revision>
  <dcterms:created xsi:type="dcterms:W3CDTF">2026-03-15T16:12:02Z</dcterms:created>
  <dcterms:modified xsi:type="dcterms:W3CDTF">2026-03-15T16:37:00Z</dcterms:modified>
</cp:coreProperties>
</file>