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58" r:id="rId6"/>
    <p:sldId id="263" r:id="rId7"/>
    <p:sldId id="266" r:id="rId8"/>
    <p:sldId id="264" r:id="rId9"/>
    <p:sldId id="265" r:id="rId10"/>
    <p:sldId id="26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2C08D-CC3E-BCB4-6503-27396283E2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47107D-A96E-8DF0-2B05-F36BDAECDE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7E667-6205-0F94-88FD-E8136E3D5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F0D5E-0446-37A4-BA56-EC2CD71D7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6193B-32F4-50BD-C81D-C8E9B8006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267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6988-BFD0-DC21-EFE0-A9152354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139A6-C79E-E550-081F-4CD81E2A6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6DFFB1-EFC5-5CC6-8734-3FC6A1110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C5039-D545-F0BD-F4BD-55FE042A4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DB052-3BDA-5C0B-8ADF-AE287F857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96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7A6B2-DA8F-AB98-5F7B-1492C2954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0C16B-C768-5A89-7D93-BE1F1E3602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47D6B4-EA4B-88B7-D6C2-5F7FEA25C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88FF0-B8AB-8EEC-3C30-6A22DDC35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C72884-FED0-F090-64AC-16474D42E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323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51D86-D0E0-8638-5512-63B4BF423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E950E-2AEA-69D0-093B-DBA6567C35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CEACBC-D227-E363-3999-40C8B18B4E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E27C44-89CC-0707-B8E3-250191E57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63899-6395-16AC-7A09-983176D14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F99210-AB92-61B3-58BA-4B6FAC82F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98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4F9C0-6D7E-17C1-C49C-26A6C3A88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5FC86A-4728-0316-B89B-0F7CCD8EB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681141-3743-94D4-7FDA-2BAEC0F863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08BE56-8FC0-2CB3-0D98-A84AB78E7C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0DA587-8883-B72E-B9BB-84734521F5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83B737-90D1-E227-BAF6-DA6DB3DE3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BC8979-D0BB-D9E8-185A-34FEE9760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8E4148-453A-FB12-7BE4-FA123BB70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256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F42E2-F9C7-60D4-C733-419BD82ED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156ECD-C71D-3DC9-CF01-7DCE969D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FC6467-2B66-D31B-5599-553C484B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39FC1A-378F-108A-7841-2DB17D136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662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5CE73C-EEC6-30B9-CD5A-B296616FB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7B5DD3-E618-D238-F00E-1DD20FF61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3D1BD-4930-184C-9858-F2E14B4BE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169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F7B19-D6A2-1CF9-80EC-9A547294D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1B92E-5068-3D17-E393-2F4E90F8A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F2DAEF-DC68-D014-D50E-7A20FD680C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67F43A-D2B4-B4F3-2095-A166FF11A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97C96-4C32-DCCA-46C7-645A408F5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9F324-680B-5DB3-A634-5BCC8BAE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225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5BC86-FD3F-C2A1-942B-C385C89F7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30F860-6C78-E6DC-452F-4F8B41FC30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68E3EC-DD3A-2CF5-B6AB-256EA8AAB8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CCF8DF-ABB7-0D91-3481-E0AB5A9EC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98B97B-51EA-A78D-ADEC-05832F345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131244-3580-C0A3-817D-B3E8E57D2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10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7E36D-E4CC-6161-2BA4-FAD323FE2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9D3753-2631-6812-75FD-EA1E5EE827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DAC04-4CCF-4634-ECB1-C7697DFF5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F3E957-DB57-ED80-44A6-8358C115B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B693E-66D2-2BB5-A13F-A66C3141F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6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E15976-DEDE-8A82-8585-E5A5C38FE9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849726-CD70-9173-6D4C-77C45EDF3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4750-DC57-A5E9-4B09-BCD1B269B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2B221-55FC-B91D-CE19-51227B40D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D667F-AB16-1941-0832-D1B05217C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374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DB79D7-710F-6C6B-D0EA-78126DF55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A04CE5-03CB-57AE-C6A6-2B121BB8D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C16589-09D7-9717-2EB9-497A374C29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7CC9F0-B487-409B-B9EC-A5FEB68BFF69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86C4C5-0F5D-4982-B6DF-D3F188B0BC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95DCB-C41D-A614-8E33-1CF202D64F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A614A2-33A3-8699-D0DE-0435563FF28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61787" y="6672580"/>
            <a:ext cx="890588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-Bruker Confidential-</a:t>
            </a:r>
          </a:p>
        </p:txBody>
      </p:sp>
    </p:spTree>
    <p:extLst>
      <p:ext uri="{BB962C8B-B14F-4D97-AF65-F5344CB8AC3E}">
        <p14:creationId xmlns:p14="http://schemas.microsoft.com/office/powerpoint/2010/main" val="826971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DCF7F-4038-4CEB-BFE4-246803BCE1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Pulse Programmer Documentation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DC4A7C-A4A6-4E19-B358-A5D20686A4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12/14/2024</a:t>
            </a:r>
          </a:p>
        </p:txBody>
      </p:sp>
    </p:spTree>
    <p:extLst>
      <p:ext uri="{BB962C8B-B14F-4D97-AF65-F5344CB8AC3E}">
        <p14:creationId xmlns:p14="http://schemas.microsoft.com/office/powerpoint/2010/main" val="3877000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874E7-5581-EAEF-C06C-6362B92FE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Pulse Programmer Instruction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560418-F109-F67B-C3FB-837F59004862}"/>
              </a:ext>
            </a:extLst>
          </p:cNvPr>
          <p:cNvSpPr txBox="1"/>
          <p:nvPr/>
        </p:nvSpPr>
        <p:spPr>
          <a:xfrm>
            <a:off x="2350008" y="2532659"/>
            <a:ext cx="72330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pulse	|	data	|	op code		|	delay</a:t>
            </a:r>
          </a:p>
          <a:p>
            <a:r>
              <a:rPr lang="en-US" dirty="0"/>
              <a:t>8-bit		20-bit		4-bit			32-bit</a:t>
            </a:r>
          </a:p>
          <a:p>
            <a:r>
              <a:rPr lang="en-US" dirty="0"/>
              <a:t>[63:56]		[55:36]		[35:32]			[31:0]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EF69F0-313B-92BA-39CF-167787B5E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480" y="4167078"/>
            <a:ext cx="2572109" cy="12288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D1EA9E-0B9E-3915-633D-E0C93FFFA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6623" y="4510025"/>
            <a:ext cx="2734057" cy="8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42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AC404-D806-6C8D-A657-2B7AB09A4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Codes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9A0579B-BB56-1EC4-3568-E92569F824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966454"/>
              </p:ext>
            </p:extLst>
          </p:nvPr>
        </p:nvGraphicFramePr>
        <p:xfrm>
          <a:off x="566993" y="1845749"/>
          <a:ext cx="11058014" cy="3571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9786">
                  <a:extLst>
                    <a:ext uri="{9D8B030D-6E8A-4147-A177-3AD203B41FA5}">
                      <a16:colId xmlns:a16="http://schemas.microsoft.com/office/drawing/2014/main" val="40757123"/>
                    </a:ext>
                  </a:extLst>
                </a:gridCol>
                <a:gridCol w="1547202">
                  <a:extLst>
                    <a:ext uri="{9D8B030D-6E8A-4147-A177-3AD203B41FA5}">
                      <a16:colId xmlns:a16="http://schemas.microsoft.com/office/drawing/2014/main" val="4052018327"/>
                    </a:ext>
                  </a:extLst>
                </a:gridCol>
                <a:gridCol w="1504335">
                  <a:extLst>
                    <a:ext uri="{9D8B030D-6E8A-4147-A177-3AD203B41FA5}">
                      <a16:colId xmlns:a16="http://schemas.microsoft.com/office/drawing/2014/main" val="978270031"/>
                    </a:ext>
                  </a:extLst>
                </a:gridCol>
                <a:gridCol w="2007121">
                  <a:extLst>
                    <a:ext uri="{9D8B030D-6E8A-4147-A177-3AD203B41FA5}">
                      <a16:colId xmlns:a16="http://schemas.microsoft.com/office/drawing/2014/main" val="3865882804"/>
                    </a:ext>
                  </a:extLst>
                </a:gridCol>
                <a:gridCol w="1233428">
                  <a:extLst>
                    <a:ext uri="{9D8B030D-6E8A-4147-A177-3AD203B41FA5}">
                      <a16:colId xmlns:a16="http://schemas.microsoft.com/office/drawing/2014/main" val="1540856599"/>
                    </a:ext>
                  </a:extLst>
                </a:gridCol>
                <a:gridCol w="2766142">
                  <a:extLst>
                    <a:ext uri="{9D8B030D-6E8A-4147-A177-3AD203B41FA5}">
                      <a16:colId xmlns:a16="http://schemas.microsoft.com/office/drawing/2014/main" val="27861824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 CODE (BIN)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 CODE (INT)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DELAY</a:t>
                      </a:r>
                    </a:p>
                    <a:p>
                      <a:r>
                        <a:rPr lang="en-US" dirty="0"/>
                        <a:t>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</a:t>
                      </a:r>
                    </a:p>
                    <a:p>
                      <a:r>
                        <a:rPr lang="en-US" dirty="0"/>
                        <a:t>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38442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 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OPERATION, GO TO NEXT ADDRESS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052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 to 2</a:t>
                      </a:r>
                      <a:r>
                        <a:rPr lang="en-US" baseline="30000" dirty="0"/>
                        <a:t>32</a:t>
                      </a:r>
                      <a:r>
                        <a:rPr lang="en-US" baseline="0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WAIT DELAY CLOCK CYCLES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420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LONG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0b0010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 to 2</a:t>
                      </a:r>
                      <a:r>
                        <a:rPr lang="en-US" baseline="30000" dirty="0"/>
                        <a:t>32</a:t>
                      </a:r>
                      <a:r>
                        <a:rPr lang="en-US" baseline="0" dirty="0"/>
                        <a:t>-1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 to 2</a:t>
                      </a:r>
                      <a:r>
                        <a:rPr lang="en-US" baseline="30000" dirty="0"/>
                        <a:t>20</a:t>
                      </a:r>
                      <a:r>
                        <a:rPr lang="en-US" baseline="0" dirty="0"/>
                        <a:t>-1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WAIT DELAY * DATA CLOCK CYCLES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4617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JUMP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JUMP TO ADDRESS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4412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0b0100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WAIT FOR TIGGER SIGNAL (POS ENABLE)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7835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9889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4A156-FE75-3D8F-9580-18E11DDB2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DE207-E5E1-8F55-50FB-24AC2722C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Currently 10 bytes must be transmitted at a time. Should add timeout</a:t>
            </a:r>
          </a:p>
          <a:p>
            <a:r>
              <a:rPr lang="en-US" dirty="0"/>
              <a:t>4-bit (16) UART commands are possible</a:t>
            </a:r>
          </a:p>
          <a:p>
            <a:endParaRPr lang="en-US" dirty="0"/>
          </a:p>
          <a:p>
            <a:r>
              <a:rPr lang="en-US" dirty="0"/>
              <a:t>0 = Read from RAM (Not Implemented)</a:t>
            </a:r>
          </a:p>
          <a:p>
            <a:r>
              <a:rPr lang="en-US" dirty="0"/>
              <a:t>1 = Write to RAM</a:t>
            </a:r>
          </a:p>
          <a:p>
            <a:r>
              <a:rPr lang="en-US" dirty="0"/>
              <a:t>2 = Start</a:t>
            </a:r>
          </a:p>
          <a:p>
            <a:r>
              <a:rPr lang="en-US" dirty="0"/>
              <a:t>3 = Stop</a:t>
            </a:r>
          </a:p>
          <a:p>
            <a:r>
              <a:rPr lang="en-US" dirty="0"/>
              <a:t>4 = ???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Add software trigger command</a:t>
            </a:r>
          </a:p>
          <a:p>
            <a:pPr lvl="1"/>
            <a:r>
              <a:rPr lang="en-US" dirty="0"/>
              <a:t>External Clock?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EF15A-7ACA-BE49-19A4-C6EA5EEA5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5084" y="3811225"/>
            <a:ext cx="2534004" cy="8383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FF0A7DA-433E-1289-16D8-9BFD4DF1B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394" y="5361680"/>
            <a:ext cx="4153480" cy="55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080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DC592-52EF-EBF3-E604-C3DC939DE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A7925-2B72-AF96-A274-BBBFC5930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250 MHz clock</a:t>
            </a:r>
          </a:p>
          <a:p>
            <a:r>
              <a:rPr lang="en-US" dirty="0"/>
              <a:t>4 ns resolution</a:t>
            </a:r>
          </a:p>
          <a:p>
            <a:r>
              <a:rPr lang="en-US" dirty="0"/>
              <a:t>Minimum delay/pulse = 4 ns (1 clock cycles)</a:t>
            </a:r>
          </a:p>
          <a:p>
            <a:pPr lvl="1"/>
            <a:r>
              <a:rPr lang="en-US" dirty="0"/>
              <a:t>TESTING REQUIRED</a:t>
            </a:r>
          </a:p>
          <a:p>
            <a:endParaRPr lang="en-US" dirty="0"/>
          </a:p>
          <a:p>
            <a:r>
              <a:rPr lang="en-US" dirty="0"/>
              <a:t>Current Baud Rate: 115200</a:t>
            </a:r>
          </a:p>
          <a:p>
            <a:r>
              <a:rPr lang="en-US" dirty="0"/>
              <a:t>Maximum </a:t>
            </a:r>
            <a:r>
              <a:rPr lang="en-US" dirty="0" err="1"/>
              <a:t>Baudrate</a:t>
            </a:r>
            <a:r>
              <a:rPr lang="en-US" dirty="0"/>
              <a:t> (6,000,000) needs testing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FFB317-83D0-5FE3-477E-AE4B099D2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97" y="5376751"/>
            <a:ext cx="3677163" cy="80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61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A3CC6-714E-ABA4-DF99-3166C805F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Photos</a:t>
            </a:r>
          </a:p>
        </p:txBody>
      </p:sp>
      <p:pic>
        <p:nvPicPr>
          <p:cNvPr id="5" name="Content Placeholder 4" descr="A green circuit board with black wires&#10;&#10;AI-generated content may be incorrect.">
            <a:extLst>
              <a:ext uri="{FF2B5EF4-FFF2-40B4-BE49-F238E27FC236}">
                <a16:creationId xmlns:a16="http://schemas.microsoft.com/office/drawing/2014/main" id="{3592D1A4-EC3C-8C9A-95A4-B9BBF14BE5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142" y="4042239"/>
            <a:ext cx="3458496" cy="2593872"/>
          </a:xfrm>
        </p:spPr>
      </p:pic>
      <p:pic>
        <p:nvPicPr>
          <p:cNvPr id="7" name="Picture 6" descr="A group of electronic components on a table&#10;&#10;AI-generated content may be incorrect.">
            <a:extLst>
              <a:ext uri="{FF2B5EF4-FFF2-40B4-BE49-F238E27FC236}">
                <a16:creationId xmlns:a16="http://schemas.microsoft.com/office/drawing/2014/main" id="{74132016-6BFA-7990-1D26-306E99903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103" y="4055961"/>
            <a:ext cx="3571427" cy="2678570"/>
          </a:xfrm>
          <a:prstGeom prst="rect">
            <a:avLst/>
          </a:prstGeom>
        </p:spPr>
      </p:pic>
      <p:pic>
        <p:nvPicPr>
          <p:cNvPr id="9" name="Picture 8" descr="A black electronic device with buttons and switches&#10;&#10;AI-generated content may be incorrect.">
            <a:extLst>
              <a:ext uri="{FF2B5EF4-FFF2-40B4-BE49-F238E27FC236}">
                <a16:creationId xmlns:a16="http://schemas.microsoft.com/office/drawing/2014/main" id="{0DB086C0-887C-0B37-A1C2-9F37582739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4674" y="1532038"/>
            <a:ext cx="3149432" cy="2362074"/>
          </a:xfrm>
          <a:prstGeom prst="rect">
            <a:avLst/>
          </a:prstGeom>
        </p:spPr>
      </p:pic>
      <p:pic>
        <p:nvPicPr>
          <p:cNvPr id="11" name="Picture 10" descr="A circuit board with lights on it&#10;&#10;AI-generated content may be incorrect.">
            <a:extLst>
              <a:ext uri="{FF2B5EF4-FFF2-40B4-BE49-F238E27FC236}">
                <a16:creationId xmlns:a16="http://schemas.microsoft.com/office/drawing/2014/main" id="{5B9F0832-18A3-82DB-B7F3-D10BDFAC39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102" y="1215541"/>
            <a:ext cx="3571428" cy="267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235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D0770-C4F4-F98C-EC6D-F56900811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Device (Development)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6F1FBF8-C3D5-DCD9-E821-AAB9247DA2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6281" y="3330563"/>
            <a:ext cx="2305372" cy="20100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3EB675-C311-DA5F-2496-E472B810A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0527" y="1988911"/>
            <a:ext cx="8535591" cy="40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8219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EDC0B-7999-44C2-69A7-DD2F09BD0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Memory Config in </a:t>
            </a:r>
            <a:r>
              <a:rPr lang="en-US" dirty="0" err="1"/>
              <a:t>Vivado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BEF7FE2-2519-C2B5-8733-E223665C4B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8316" y="2141537"/>
            <a:ext cx="9295367" cy="4351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9A6F9EE-D96F-38FD-6B4E-5F6BC82E69D5}"/>
              </a:ext>
            </a:extLst>
          </p:cNvPr>
          <p:cNvSpPr txBox="1"/>
          <p:nvPr/>
        </p:nvSpPr>
        <p:spPr>
          <a:xfrm>
            <a:off x="1219200" y="1514168"/>
            <a:ext cx="4576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Tools -&gt; Generate Memory Configuration File</a:t>
            </a:r>
          </a:p>
        </p:txBody>
      </p:sp>
    </p:spTree>
    <p:extLst>
      <p:ext uri="{BB962C8B-B14F-4D97-AF65-F5344CB8AC3E}">
        <p14:creationId xmlns:p14="http://schemas.microsoft.com/office/powerpoint/2010/main" val="1146547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F23FC-361E-3111-2F16-8D4660CC4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Memory Configuration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2F04DB4-F764-86EA-9211-116ADB5AAD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92918" y="2141537"/>
            <a:ext cx="6571688" cy="43513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9B073B-D39B-37AC-D41B-27B6B94DC3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56" y="2141537"/>
            <a:ext cx="3559256" cy="277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02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EC054-DD2A-EB4E-682E-AB080E885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3FB3F-242A-2982-140E-F63ACF6E1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Words (v1)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88A63-7D86-337A-45C2-8FDE406C2480}"/>
              </a:ext>
            </a:extLst>
          </p:cNvPr>
          <p:cNvSpPr txBox="1"/>
          <p:nvPr/>
        </p:nvSpPr>
        <p:spPr>
          <a:xfrm>
            <a:off x="454057" y="2967335"/>
            <a:ext cx="11559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command	|	</a:t>
            </a:r>
            <a:r>
              <a:rPr lang="en-US" sz="800" dirty="0" err="1"/>
              <a:t>addr</a:t>
            </a:r>
            <a:r>
              <a:rPr lang="en-US" sz="800" dirty="0"/>
              <a:t>	|	pulse pattern	|	DDS 	|	data 	|	op code	|	delay</a:t>
            </a:r>
          </a:p>
          <a:p>
            <a:r>
              <a:rPr lang="en-US" sz="800" dirty="0"/>
              <a:t>4-bit	|	12-bit	|	8-bit	|	8-bit	|	12-bit 	|	4-bit	|	32-bit</a:t>
            </a:r>
          </a:p>
          <a:p>
            <a:r>
              <a:rPr lang="en-US" sz="800" dirty="0"/>
              <a:t>[79:76]	|	[75:64]	|	[63:56]	|	 [55:48] 	|	[47:36] 	|	[35:32]	|	[31:0]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95C6AF-0AA8-0F1E-E826-71D7A8E5D015}"/>
              </a:ext>
            </a:extLst>
          </p:cNvPr>
          <p:cNvSpPr txBox="1"/>
          <p:nvPr/>
        </p:nvSpPr>
        <p:spPr>
          <a:xfrm>
            <a:off x="3321522" y="1959679"/>
            <a:ext cx="5548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at least 12-bit data for address in GOTO op-code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9AE51F-606F-EEE7-FA4C-52F64F031B79}"/>
              </a:ext>
            </a:extLst>
          </p:cNvPr>
          <p:cNvSpPr txBox="1"/>
          <p:nvPr/>
        </p:nvSpPr>
        <p:spPr>
          <a:xfrm>
            <a:off x="3728725" y="2813446"/>
            <a:ext cx="50102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FF0000"/>
                </a:solidFill>
              </a:rPr>
              <a:t>NOT IMPLEMENTED</a:t>
            </a:r>
          </a:p>
        </p:txBody>
      </p:sp>
    </p:spTree>
    <p:extLst>
      <p:ext uri="{BB962C8B-B14F-4D97-AF65-F5344CB8AC3E}">
        <p14:creationId xmlns:p14="http://schemas.microsoft.com/office/powerpoint/2010/main" val="28423142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</TotalTime>
  <Words>347</Words>
  <Application>Microsoft Office PowerPoint</Application>
  <PresentationFormat>Widescreen</PresentationFormat>
  <Paragraphs>75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Pulse Programmer Documentation</vt:lpstr>
      <vt:lpstr>Pulse Programmer Instruction</vt:lpstr>
      <vt:lpstr>Op Codes</vt:lpstr>
      <vt:lpstr>UART Commands</vt:lpstr>
      <vt:lpstr>Clock</vt:lpstr>
      <vt:lpstr>Hardware Photos</vt:lpstr>
      <vt:lpstr>Programming Device (Development)</vt:lpstr>
      <vt:lpstr>Creating Memory Config in Vivado</vt:lpstr>
      <vt:lpstr>Writing Memory Configuration</vt:lpstr>
      <vt:lpstr>Programming Words (v1)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Keller</dc:creator>
  <cp:lastModifiedBy>Tim Keller</cp:lastModifiedBy>
  <cp:revision>22</cp:revision>
  <dcterms:created xsi:type="dcterms:W3CDTF">2024-12-14T21:07:59Z</dcterms:created>
  <dcterms:modified xsi:type="dcterms:W3CDTF">2026-03-14T21:20:16Z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340eb20-1c5f-4409-b1a4-85adc943d5d7_Enabled">
    <vt:lpwstr>true</vt:lpwstr>
  </property>
  <property fmtid="{D5CDD505-2E9C-101B-9397-08002B2CF9AE}" pid="3" name="MSIP_Label_e340eb20-1c5f-4409-b1a4-85adc943d5d7_SetDate">
    <vt:lpwstr>2025-07-18T17:15:06Z</vt:lpwstr>
  </property>
  <property fmtid="{D5CDD505-2E9C-101B-9397-08002B2CF9AE}" pid="4" name="MSIP_Label_e340eb20-1c5f-4409-b1a4-85adc943d5d7_Method">
    <vt:lpwstr>Standard</vt:lpwstr>
  </property>
  <property fmtid="{D5CDD505-2E9C-101B-9397-08002B2CF9AE}" pid="5" name="MSIP_Label_e340eb20-1c5f-4409-b1a4-85adc943d5d7_Name">
    <vt:lpwstr>Confidential</vt:lpwstr>
  </property>
  <property fmtid="{D5CDD505-2E9C-101B-9397-08002B2CF9AE}" pid="6" name="MSIP_Label_e340eb20-1c5f-4409-b1a4-85adc943d5d7_SiteId">
    <vt:lpwstr>375ce1b8-8db1-479b-a12c-06fa9d2a2eaf</vt:lpwstr>
  </property>
  <property fmtid="{D5CDD505-2E9C-101B-9397-08002B2CF9AE}" pid="7" name="MSIP_Label_e340eb20-1c5f-4409-b1a4-85adc943d5d7_ActionId">
    <vt:lpwstr>95527582-bc7a-420f-b468-8a19c6fda012</vt:lpwstr>
  </property>
  <property fmtid="{D5CDD505-2E9C-101B-9397-08002B2CF9AE}" pid="8" name="MSIP_Label_e340eb20-1c5f-4409-b1a4-85adc943d5d7_ContentBits">
    <vt:lpwstr>2</vt:lpwstr>
  </property>
  <property fmtid="{D5CDD505-2E9C-101B-9397-08002B2CF9AE}" pid="9" name="MSIP_Label_e340eb20-1c5f-4409-b1a4-85adc943d5d7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-Bruker Confidential-</vt:lpwstr>
  </property>
</Properties>
</file>