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27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2C08D-CC3E-BCB4-6503-27396283E2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47107D-A96E-8DF0-2B05-F36BDAECD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7E667-6205-0F94-88FD-E8136E3D5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CC9F0-B487-409B-B9EC-A5FEB68BFF69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F0D5E-0446-37A4-BA56-EC2CD71D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6193B-32F4-50BD-C81D-C8E9B8006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F91C-4081-451F-BC6A-865794E1C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267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F6988-BFD0-DC21-EFE0-A91523548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139A6-C79E-E550-081F-4CD81E2A6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DFFB1-EFC5-5CC6-8734-3FC6A1110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CC9F0-B487-409B-B9EC-A5FEB68BFF69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C5039-D545-F0BD-F4BD-55FE042A4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DB052-3BDA-5C0B-8ADF-AE287F857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F91C-4081-451F-BC6A-865794E1C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961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7A6B2-DA8F-AB98-5F7B-1492C2954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0C16B-C768-5A89-7D93-BE1F1E360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7D6B4-EA4B-88B7-D6C2-5F7FEA25C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CC9F0-B487-409B-B9EC-A5FEB68BFF69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88FF0-B8AB-8EEC-3C30-6A22DDC35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72884-FED0-F090-64AC-16474D42E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F91C-4081-451F-BC6A-865794E1C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323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51D86-D0E0-8638-5512-63B4BF42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E950E-2AEA-69D0-093B-DBA6567C35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CEACBC-D227-E363-3999-40C8B18B4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E27C44-89CC-0707-B8E3-250191E57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CC9F0-B487-409B-B9EC-A5FEB68BFF69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63899-6395-16AC-7A09-983176D14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99210-AB92-61B3-58BA-4B6FAC82F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F91C-4081-451F-BC6A-865794E1C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98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4F9C0-6D7E-17C1-C49C-26A6C3A88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FC86A-4728-0316-B89B-0F7CCD8EB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81141-3743-94D4-7FDA-2BAEC0F86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08BE56-8FC0-2CB3-0D98-A84AB78E7C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0DA587-8883-B72E-B9BB-84734521F5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83B737-90D1-E227-BAF6-DA6DB3DE3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CC9F0-B487-409B-B9EC-A5FEB68BFF69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BC8979-D0BB-D9E8-185A-34FEE9760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8E4148-453A-FB12-7BE4-FA123BB70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F91C-4081-451F-BC6A-865794E1C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256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F42E2-F9C7-60D4-C733-419BD82ED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156ECD-C71D-3DC9-CF01-7DCE969DE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CC9F0-B487-409B-B9EC-A5FEB68BFF69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FC6467-2B66-D31B-5599-553C484BA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39FC1A-378F-108A-7841-2DB17D136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F91C-4081-451F-BC6A-865794E1C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662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5CE73C-EEC6-30B9-CD5A-B296616FB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CC9F0-B487-409B-B9EC-A5FEB68BFF69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7B5DD3-E618-D238-F00E-1DD20FF61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3D1BD-4930-184C-9858-F2E14B4BE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F91C-4081-451F-BC6A-865794E1C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169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F7B19-D6A2-1CF9-80EC-9A547294D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1B92E-5068-3D17-E393-2F4E90F8A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F2DAEF-DC68-D014-D50E-7A20FD680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7F43A-D2B4-B4F3-2095-A166FF11A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CC9F0-B487-409B-B9EC-A5FEB68BFF69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97C96-4C32-DCCA-46C7-645A408F5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9F324-680B-5DB3-A634-5BCC8BAE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F91C-4081-451F-BC6A-865794E1C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225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5BC86-FD3F-C2A1-942B-C385C89F7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30F860-6C78-E6DC-452F-4F8B41FC30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8E3EC-DD3A-2CF5-B6AB-256EA8AAB8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CF8DF-ABB7-0D91-3481-E0AB5A9EC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CC9F0-B487-409B-B9EC-A5FEB68BFF69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8B97B-51EA-A78D-ADEC-05832F345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31244-3580-C0A3-817D-B3E8E57D2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F91C-4081-451F-BC6A-865794E1C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0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7E36D-E4CC-6161-2BA4-FAD323FE2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9D3753-2631-6812-75FD-EA1E5EE82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DAC04-4CCF-4634-ECB1-C7697DFF5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CC9F0-B487-409B-B9EC-A5FEB68BFF69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3E957-DB57-ED80-44A6-8358C115B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B693E-66D2-2BB5-A13F-A66C3141F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F91C-4081-451F-BC6A-865794E1C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613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E15976-DEDE-8A82-8585-E5A5C38FE9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849726-CD70-9173-6D4C-77C45EDF3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04750-DC57-A5E9-4B09-BCD1B269B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CC9F0-B487-409B-B9EC-A5FEB68BFF69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2B221-55FC-B91D-CE19-51227B40D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D667F-AB16-1941-0832-D1B05217C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F91C-4081-451F-BC6A-865794E1C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374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DB79D7-710F-6C6B-D0EA-78126DF55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04CE5-03CB-57AE-C6A6-2B121BB8D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16589-09D7-9717-2EB9-497A374C29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7CC9F0-B487-409B-B9EC-A5FEB68BFF69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6C4C5-0F5D-4982-B6DF-D3F188B0BC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95DCB-C41D-A614-8E33-1CF202D64F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5F91C-4081-451F-BC6A-865794E1C2C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A614A2-33A3-8699-D0DE-0435563FF28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61787" y="6672580"/>
            <a:ext cx="8905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-Bruker Confidential-</a:t>
            </a:r>
          </a:p>
        </p:txBody>
      </p:sp>
    </p:spTree>
    <p:extLst>
      <p:ext uri="{BB962C8B-B14F-4D97-AF65-F5344CB8AC3E}">
        <p14:creationId xmlns:p14="http://schemas.microsoft.com/office/powerpoint/2010/main" val="826971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DCF7F-4038-4CEB-BFE4-246803BCE1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Pulse Programmer Documentation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DC4A7C-A4A6-4E19-B358-A5D20686A4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12/14/2024</a:t>
            </a:r>
          </a:p>
        </p:txBody>
      </p:sp>
    </p:spTree>
    <p:extLst>
      <p:ext uri="{BB962C8B-B14F-4D97-AF65-F5344CB8AC3E}">
        <p14:creationId xmlns:p14="http://schemas.microsoft.com/office/powerpoint/2010/main" val="3877000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874E7-5581-EAEF-C06C-6362B92FE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Pulse Programmer Instruction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560418-F109-F67B-C3FB-837F59004862}"/>
              </a:ext>
            </a:extLst>
          </p:cNvPr>
          <p:cNvSpPr txBox="1"/>
          <p:nvPr/>
        </p:nvSpPr>
        <p:spPr>
          <a:xfrm>
            <a:off x="2350008" y="2532659"/>
            <a:ext cx="72330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pulse	|	data	|	op code		|	delay</a:t>
            </a:r>
          </a:p>
          <a:p>
            <a:r>
              <a:rPr lang="en-US" dirty="0"/>
              <a:t>8-bit		20-bit		4-bit			32-bit</a:t>
            </a:r>
          </a:p>
          <a:p>
            <a:r>
              <a:rPr lang="en-US" dirty="0"/>
              <a:t>[63:56]		[55:36]		[35:32]			[31:0]</a:t>
            </a:r>
          </a:p>
        </p:txBody>
      </p:sp>
    </p:spTree>
    <p:extLst>
      <p:ext uri="{BB962C8B-B14F-4D97-AF65-F5344CB8AC3E}">
        <p14:creationId xmlns:p14="http://schemas.microsoft.com/office/powerpoint/2010/main" val="140642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EC054-DD2A-EB4E-682E-AB080E885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3FB3F-242A-2982-140E-F63ACF6E1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Words (v1)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988A63-7D86-337A-45C2-8FDE406C2480}"/>
              </a:ext>
            </a:extLst>
          </p:cNvPr>
          <p:cNvSpPr txBox="1"/>
          <p:nvPr/>
        </p:nvSpPr>
        <p:spPr>
          <a:xfrm>
            <a:off x="454057" y="2967335"/>
            <a:ext cx="11559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command	|	</a:t>
            </a:r>
            <a:r>
              <a:rPr lang="en-US" sz="800" dirty="0" err="1"/>
              <a:t>addr</a:t>
            </a:r>
            <a:r>
              <a:rPr lang="en-US" sz="800" dirty="0"/>
              <a:t>	|	pulse pattern	|	DDS 	|	data 	|	op code	|	delay</a:t>
            </a:r>
          </a:p>
          <a:p>
            <a:r>
              <a:rPr lang="en-US" sz="800" dirty="0"/>
              <a:t>4-bit	|	12-bit	|	8-bit	|	8-bit	|	12-bit 	|	4-bit	|	32-bit</a:t>
            </a:r>
          </a:p>
          <a:p>
            <a:r>
              <a:rPr lang="en-US" sz="800" dirty="0"/>
              <a:t>[79:76]	|	[75:64]	|	[63:56]	|	 [55:48] 	|	[47:36] 	|	[35:32]	|	[31:0]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95C6AF-0AA8-0F1E-E826-71D7A8E5D015}"/>
              </a:ext>
            </a:extLst>
          </p:cNvPr>
          <p:cNvSpPr txBox="1"/>
          <p:nvPr/>
        </p:nvSpPr>
        <p:spPr>
          <a:xfrm>
            <a:off x="3321522" y="1959679"/>
            <a:ext cx="5548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 at least 12-bit data for address in GOTO op-code</a:t>
            </a:r>
          </a:p>
        </p:txBody>
      </p:sp>
    </p:spTree>
    <p:extLst>
      <p:ext uri="{BB962C8B-B14F-4D97-AF65-F5344CB8AC3E}">
        <p14:creationId xmlns:p14="http://schemas.microsoft.com/office/powerpoint/2010/main" val="2842314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AC404-D806-6C8D-A657-2B7AB09A4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4C9DA-22D7-AB79-1A15-3A2ECD340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0 = No OP</a:t>
            </a:r>
          </a:p>
          <a:p>
            <a:r>
              <a:rPr lang="en-US" dirty="0"/>
              <a:t>1 = DELAY</a:t>
            </a:r>
          </a:p>
          <a:p>
            <a:r>
              <a:rPr lang="en-US" dirty="0"/>
              <a:t>2 = LONG DELAY</a:t>
            </a:r>
          </a:p>
          <a:p>
            <a:r>
              <a:rPr lang="en-US" dirty="0"/>
              <a:t>3 = GOTO</a:t>
            </a:r>
          </a:p>
          <a:p>
            <a:r>
              <a:rPr lang="en-US" dirty="0"/>
              <a:t>4 = WAIT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889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A156-FE75-3D8F-9580-18E11DDB2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UART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DE207-E5E1-8F55-50FB-24AC2722C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Currently 10 bytes must be transmitted at a time. Should add timeout</a:t>
            </a:r>
          </a:p>
          <a:p>
            <a:r>
              <a:rPr lang="en-US" dirty="0"/>
              <a:t>4-bit (16) UART commands are possible</a:t>
            </a:r>
          </a:p>
          <a:p>
            <a:endParaRPr lang="en-US" dirty="0"/>
          </a:p>
          <a:p>
            <a:r>
              <a:rPr lang="en-US" dirty="0"/>
              <a:t>0 = Read from RAM (Not Implemented)</a:t>
            </a:r>
          </a:p>
          <a:p>
            <a:r>
              <a:rPr lang="en-US" dirty="0"/>
              <a:t>1 = Write to RAM</a:t>
            </a:r>
          </a:p>
          <a:p>
            <a:r>
              <a:rPr lang="en-US" dirty="0"/>
              <a:t>2 = Start</a:t>
            </a:r>
          </a:p>
          <a:p>
            <a:r>
              <a:rPr lang="en-US" dirty="0"/>
              <a:t>3 = Stop</a:t>
            </a:r>
          </a:p>
          <a:p>
            <a:r>
              <a:rPr lang="en-US" dirty="0"/>
              <a:t>4 = ???</a:t>
            </a:r>
          </a:p>
          <a:p>
            <a:r>
              <a:rPr lang="en-US" dirty="0"/>
              <a:t>Todo</a:t>
            </a:r>
          </a:p>
          <a:p>
            <a:pPr lvl="1"/>
            <a:r>
              <a:rPr lang="en-US" dirty="0"/>
              <a:t>Add software trigger command</a:t>
            </a:r>
          </a:p>
          <a:p>
            <a:pPr lvl="1"/>
            <a:r>
              <a:rPr lang="en-US"/>
              <a:t>External Clock?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1EF15A-7ACA-BE49-19A4-C6EA5EEA5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084" y="3811225"/>
            <a:ext cx="2534004" cy="838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F0A7DA-433E-1289-16D8-9BFD4DF1B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7394" y="5361680"/>
            <a:ext cx="4153480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080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DC592-52EF-EBF3-E604-C3DC939DE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A7925-2B72-AF96-A274-BBBFC5930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125 MHz clock</a:t>
            </a:r>
          </a:p>
          <a:p>
            <a:r>
              <a:rPr lang="en-US" dirty="0"/>
              <a:t>8 ns resolution</a:t>
            </a:r>
          </a:p>
          <a:p>
            <a:r>
              <a:rPr lang="en-US" dirty="0"/>
              <a:t>Minimum delay/pulse = 16 ns (2 clock cycles)</a:t>
            </a:r>
          </a:p>
          <a:p>
            <a:endParaRPr lang="en-US" dirty="0"/>
          </a:p>
          <a:p>
            <a:r>
              <a:rPr lang="en-US" dirty="0"/>
              <a:t>Current Baud Rate: 115200</a:t>
            </a:r>
          </a:p>
          <a:p>
            <a:r>
              <a:rPr lang="en-US" dirty="0"/>
              <a:t>Maximum </a:t>
            </a:r>
            <a:r>
              <a:rPr lang="en-US" dirty="0" err="1"/>
              <a:t>Baudrate</a:t>
            </a:r>
            <a:r>
              <a:rPr lang="en-US" dirty="0"/>
              <a:t> (6,000,000) needs testing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FFB317-83D0-5FE3-477E-AE4B099D2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429" y="4991259"/>
            <a:ext cx="3677163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61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263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Pulse Programmer Documentation</vt:lpstr>
      <vt:lpstr>Pulse Programmer Instruction</vt:lpstr>
      <vt:lpstr>Programming Words (v1)</vt:lpstr>
      <vt:lpstr>Op Codes</vt:lpstr>
      <vt:lpstr>UART Commands</vt:lpstr>
      <vt:lpstr>Clock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 Keller</dc:creator>
  <cp:lastModifiedBy>Tim Keller</cp:lastModifiedBy>
  <cp:revision>18</cp:revision>
  <dcterms:created xsi:type="dcterms:W3CDTF">2024-12-14T21:07:59Z</dcterms:created>
  <dcterms:modified xsi:type="dcterms:W3CDTF">2025-07-20T01:55:33Z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340eb20-1c5f-4409-b1a4-85adc943d5d7_Enabled">
    <vt:lpwstr>true</vt:lpwstr>
  </property>
  <property fmtid="{D5CDD505-2E9C-101B-9397-08002B2CF9AE}" pid="3" name="MSIP_Label_e340eb20-1c5f-4409-b1a4-85adc943d5d7_SetDate">
    <vt:lpwstr>2025-07-18T17:15:06Z</vt:lpwstr>
  </property>
  <property fmtid="{D5CDD505-2E9C-101B-9397-08002B2CF9AE}" pid="4" name="MSIP_Label_e340eb20-1c5f-4409-b1a4-85adc943d5d7_Method">
    <vt:lpwstr>Standard</vt:lpwstr>
  </property>
  <property fmtid="{D5CDD505-2E9C-101B-9397-08002B2CF9AE}" pid="5" name="MSIP_Label_e340eb20-1c5f-4409-b1a4-85adc943d5d7_Name">
    <vt:lpwstr>Confidential</vt:lpwstr>
  </property>
  <property fmtid="{D5CDD505-2E9C-101B-9397-08002B2CF9AE}" pid="6" name="MSIP_Label_e340eb20-1c5f-4409-b1a4-85adc943d5d7_SiteId">
    <vt:lpwstr>375ce1b8-8db1-479b-a12c-06fa9d2a2eaf</vt:lpwstr>
  </property>
  <property fmtid="{D5CDD505-2E9C-101B-9397-08002B2CF9AE}" pid="7" name="MSIP_Label_e340eb20-1c5f-4409-b1a4-85adc943d5d7_ActionId">
    <vt:lpwstr>95527582-bc7a-420f-b468-8a19c6fda012</vt:lpwstr>
  </property>
  <property fmtid="{D5CDD505-2E9C-101B-9397-08002B2CF9AE}" pid="8" name="MSIP_Label_e340eb20-1c5f-4409-b1a4-85adc943d5d7_ContentBits">
    <vt:lpwstr>2</vt:lpwstr>
  </property>
  <property fmtid="{D5CDD505-2E9C-101B-9397-08002B2CF9AE}" pid="9" name="MSIP_Label_e340eb20-1c5f-4409-b1a4-85adc943d5d7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-Bruker Confidential-</vt:lpwstr>
  </property>
</Properties>
</file>