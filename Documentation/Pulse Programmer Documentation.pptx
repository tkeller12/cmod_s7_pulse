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46245-BB99-8FBD-32D1-67445060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40CEB-4D6E-1EE2-BDEB-9C9750A41534}"/>
              </a:ext>
            </a:extLst>
          </p:cNvPr>
          <p:cNvSpPr txBox="1"/>
          <p:nvPr/>
        </p:nvSpPr>
        <p:spPr>
          <a:xfrm>
            <a:off x="118872" y="2505670"/>
            <a:ext cx="118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	|	</a:t>
            </a:r>
            <a:r>
              <a:rPr lang="en-US" dirty="0" err="1"/>
              <a:t>addr</a:t>
            </a:r>
            <a:r>
              <a:rPr lang="en-US" dirty="0"/>
              <a:t>	|	pulse	|	data	|	op code		|	delay</a:t>
            </a:r>
          </a:p>
          <a:p>
            <a:r>
              <a:rPr lang="en-US" dirty="0"/>
              <a:t>8-bit			8-bit		8-bit		20-bit		4-bit			32-bit</a:t>
            </a:r>
          </a:p>
          <a:p>
            <a:r>
              <a:rPr lang="en-US" dirty="0"/>
              <a:t>[79:72]			[71:64]		[63:56]		[55:36]		[35:32]		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C400D-7885-4AC1-9F1F-B344A2C40710}"/>
              </a:ext>
            </a:extLst>
          </p:cNvPr>
          <p:cNvSpPr txBox="1"/>
          <p:nvPr/>
        </p:nvSpPr>
        <p:spPr>
          <a:xfrm>
            <a:off x="4535424" y="1883664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OLD VERSION</a:t>
            </a:r>
          </a:p>
        </p:txBody>
      </p:sp>
    </p:spTree>
    <p:extLst>
      <p:ext uri="{BB962C8B-B14F-4D97-AF65-F5344CB8AC3E}">
        <p14:creationId xmlns:p14="http://schemas.microsoft.com/office/powerpoint/2010/main" val="416732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4023360" y="1728847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</p:txBody>
      </p:sp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</p:txBody>
      </p:sp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1759</TotalTime>
  <Words>308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Pulse Programmer Documentation</vt:lpstr>
      <vt:lpstr>Pulse Programmer Instruction</vt:lpstr>
      <vt:lpstr>Programming Words (v0)</vt:lpstr>
      <vt:lpstr>Programming Words (v1)</vt:lpstr>
      <vt:lpstr>Op Codes</vt:lpstr>
      <vt:lpstr>UART Commands</vt:lpstr>
      <vt:lpstr>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12</cp:revision>
  <dcterms:created xsi:type="dcterms:W3CDTF">2024-12-14T21:07:59Z</dcterms:created>
  <dcterms:modified xsi:type="dcterms:W3CDTF">2025-07-18T02:20:45Z</dcterms:modified>
</cp:coreProperties>
</file>