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614A2-33A3-8699-D0DE-0435563FF28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61787" y="6672580"/>
            <a:ext cx="8905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-Bruker Confidential-</a:t>
            </a:r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4C9DA-22D7-AB79-1A15-3A2ECD340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= No OP</a:t>
            </a:r>
          </a:p>
          <a:p>
            <a:r>
              <a:rPr lang="en-US" dirty="0"/>
              <a:t>1 = DELAY</a:t>
            </a:r>
          </a:p>
          <a:p>
            <a:r>
              <a:rPr lang="en-US" dirty="0"/>
              <a:t>2 = LONG DELAY</a:t>
            </a:r>
          </a:p>
          <a:p>
            <a:r>
              <a:rPr lang="en-US" dirty="0"/>
              <a:t>3 = GOTO</a:t>
            </a:r>
          </a:p>
          <a:p>
            <a:r>
              <a:rPr lang="en-US" dirty="0"/>
              <a:t>4 = WAIT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/>
              <a:t>External Clock?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15A-7ACA-BE49-19A4-C6EA5EEA5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084" y="3811225"/>
            <a:ext cx="2534004" cy="838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F0A7DA-433E-1289-16D8-9BFD4DF1B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394" y="5361680"/>
            <a:ext cx="4153480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125 MHz clock</a:t>
            </a:r>
          </a:p>
          <a:p>
            <a:r>
              <a:rPr lang="en-US" dirty="0"/>
              <a:t>8 ns resolution</a:t>
            </a:r>
          </a:p>
          <a:p>
            <a:r>
              <a:rPr lang="en-US" dirty="0"/>
              <a:t>Minimum delay/pulse = 16 ns (2 clock cycles)</a:t>
            </a:r>
          </a:p>
          <a:p>
            <a:endParaRPr lang="en-US" dirty="0"/>
          </a:p>
          <a:p>
            <a:r>
              <a:rPr lang="en-US" dirty="0"/>
              <a:t>Current Baud Rate: 115200</a:t>
            </a:r>
          </a:p>
          <a:p>
            <a:r>
              <a:rPr lang="en-US" dirty="0"/>
              <a:t>Maximum </a:t>
            </a:r>
            <a:r>
              <a:rPr lang="en-US" dirty="0" err="1"/>
              <a:t>Baudrate</a:t>
            </a:r>
            <a:r>
              <a:rPr lang="en-US" dirty="0"/>
              <a:t> (6,000,000) needs testing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FFB317-83D0-5FE3-477E-AE4B099D2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429" y="4991259"/>
            <a:ext cx="3677163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A3CC6-714E-ABA4-DF99-3166C805F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Photos</a:t>
            </a:r>
          </a:p>
        </p:txBody>
      </p:sp>
      <p:pic>
        <p:nvPicPr>
          <p:cNvPr id="5" name="Content Placeholder 4" descr="A green circuit board with black wires&#10;&#10;AI-generated content may be incorrect.">
            <a:extLst>
              <a:ext uri="{FF2B5EF4-FFF2-40B4-BE49-F238E27FC236}">
                <a16:creationId xmlns:a16="http://schemas.microsoft.com/office/drawing/2014/main" id="{3592D1A4-EC3C-8C9A-95A4-B9BBF14BE5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142" y="4042239"/>
            <a:ext cx="3458496" cy="2593872"/>
          </a:xfrm>
        </p:spPr>
      </p:pic>
      <p:pic>
        <p:nvPicPr>
          <p:cNvPr id="7" name="Picture 6" descr="A group of electronic components on a table&#10;&#10;AI-generated content may be incorrect.">
            <a:extLst>
              <a:ext uri="{FF2B5EF4-FFF2-40B4-BE49-F238E27FC236}">
                <a16:creationId xmlns:a16="http://schemas.microsoft.com/office/drawing/2014/main" id="{74132016-6BFA-7990-1D26-306E99903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3" y="4055961"/>
            <a:ext cx="3571427" cy="2678570"/>
          </a:xfrm>
          <a:prstGeom prst="rect">
            <a:avLst/>
          </a:prstGeom>
        </p:spPr>
      </p:pic>
      <p:pic>
        <p:nvPicPr>
          <p:cNvPr id="9" name="Picture 8" descr="A black electronic device with buttons and switches&#10;&#10;AI-generated content may be incorrect.">
            <a:extLst>
              <a:ext uri="{FF2B5EF4-FFF2-40B4-BE49-F238E27FC236}">
                <a16:creationId xmlns:a16="http://schemas.microsoft.com/office/drawing/2014/main" id="{0DB086C0-887C-0B37-A1C2-9F3758273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674" y="1532038"/>
            <a:ext cx="3149432" cy="2362074"/>
          </a:xfrm>
          <a:prstGeom prst="rect">
            <a:avLst/>
          </a:prstGeom>
        </p:spPr>
      </p:pic>
      <p:pic>
        <p:nvPicPr>
          <p:cNvPr id="11" name="Picture 10" descr="A circuit board with lights on it&#10;&#10;AI-generated content may be incorrect.">
            <a:extLst>
              <a:ext uri="{FF2B5EF4-FFF2-40B4-BE49-F238E27FC236}">
                <a16:creationId xmlns:a16="http://schemas.microsoft.com/office/drawing/2014/main" id="{5B9F0832-18A3-82DB-B7F3-D10BDFAC39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2" y="1215541"/>
            <a:ext cx="3571428" cy="267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35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265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Pulse Programmer Documentation</vt:lpstr>
      <vt:lpstr>Pulse Programmer Instruction</vt:lpstr>
      <vt:lpstr>Programming Words (v1)</vt:lpstr>
      <vt:lpstr>Op Codes</vt:lpstr>
      <vt:lpstr>UART Commands</vt:lpstr>
      <vt:lpstr>Clock</vt:lpstr>
      <vt:lpstr>Hardware Photos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19</cp:revision>
  <dcterms:created xsi:type="dcterms:W3CDTF">2024-12-14T21:07:59Z</dcterms:created>
  <dcterms:modified xsi:type="dcterms:W3CDTF">2025-07-20T14:41:40Z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40eb20-1c5f-4409-b1a4-85adc943d5d7_Enabled">
    <vt:lpwstr>true</vt:lpwstr>
  </property>
  <property fmtid="{D5CDD505-2E9C-101B-9397-08002B2CF9AE}" pid="3" name="MSIP_Label_e340eb20-1c5f-4409-b1a4-85adc943d5d7_SetDate">
    <vt:lpwstr>2025-07-18T17:15:06Z</vt:lpwstr>
  </property>
  <property fmtid="{D5CDD505-2E9C-101B-9397-08002B2CF9AE}" pid="4" name="MSIP_Label_e340eb20-1c5f-4409-b1a4-85adc943d5d7_Method">
    <vt:lpwstr>Standard</vt:lpwstr>
  </property>
  <property fmtid="{D5CDD505-2E9C-101B-9397-08002B2CF9AE}" pid="5" name="MSIP_Label_e340eb20-1c5f-4409-b1a4-85adc943d5d7_Name">
    <vt:lpwstr>Confidential</vt:lpwstr>
  </property>
  <property fmtid="{D5CDD505-2E9C-101B-9397-08002B2CF9AE}" pid="6" name="MSIP_Label_e340eb20-1c5f-4409-b1a4-85adc943d5d7_SiteId">
    <vt:lpwstr>375ce1b8-8db1-479b-a12c-06fa9d2a2eaf</vt:lpwstr>
  </property>
  <property fmtid="{D5CDD505-2E9C-101B-9397-08002B2CF9AE}" pid="7" name="MSIP_Label_e340eb20-1c5f-4409-b1a4-85adc943d5d7_ActionId">
    <vt:lpwstr>95527582-bc7a-420f-b468-8a19c6fda012</vt:lpwstr>
  </property>
  <property fmtid="{D5CDD505-2E9C-101B-9397-08002B2CF9AE}" pid="8" name="MSIP_Label_e340eb20-1c5f-4409-b1a4-85adc943d5d7_ContentBits">
    <vt:lpwstr>2</vt:lpwstr>
  </property>
  <property fmtid="{D5CDD505-2E9C-101B-9397-08002B2CF9AE}" pid="9" name="MSIP_Label_e340eb20-1c5f-4409-b1a4-85adc943d5d7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-Bruker Confidential-</vt:lpwstr>
  </property>
</Properties>
</file>