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8943D-EDC2-DC78-3156-6FFC936C78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AFDC10-9E90-57DF-0B97-D600B4B43E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72FA2-268C-0924-7CC0-6314C0B6E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699-DA51-458E-898F-3EB831A6AD1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4FE69-299D-3AFD-8A3A-2AB0633B0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0177D-344A-F554-38F4-6F10BF35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76A03-515A-4CBC-AAC4-128A05AC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880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919E5-3725-9427-B4F2-510AC7C18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79229-4B0F-D2D7-89C7-6FC624B39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704E8-FE85-B54E-9A8E-F52B75573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699-DA51-458E-898F-3EB831A6AD1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3AFC8-CE12-B97C-8E31-24522123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C3991-976B-9882-8E5B-FBA05110E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76A03-515A-4CBC-AAC4-128A05AC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704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343E7-039E-A5B4-48D3-DEA3CB2A3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5901C-D9C2-9311-D88A-4F4789A89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E65FD-AA65-131E-4C55-3754A8FBA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699-DA51-458E-898F-3EB831A6AD1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DF3C4-0221-CAE7-9276-B75C743DC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F59E8-DDBB-C7DB-8C6B-FDD629AB8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76A03-515A-4CBC-AAC4-128A05AC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30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2C72C-7A0F-7EC6-6CCF-3C281EF2F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21EE5-BE4E-8C97-B269-56C8B3FBB3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CC55A-690C-17CE-779D-213B3B92A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53C2A-AE10-62E6-F7B5-408430FCD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699-DA51-458E-898F-3EB831A6AD1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57366-599A-7F74-FC61-41C80EF22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6B650-B512-8F7E-A357-E1A7A2EBC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76A03-515A-4CBC-AAC4-128A05AC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58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43BE2-F09F-D7C1-CD99-39FC27BBC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A2580-3DD6-2D66-7C17-E94C384AA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015A0E-5277-497B-B55B-F9012E8F0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A918D7-4611-65FB-0A0B-FAAB3D1F00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827766-025B-99E0-75DC-9DD0CC14E8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F391A4-D989-B902-DAAC-8AC5D57ED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699-DA51-458E-898F-3EB831A6AD1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FE2B0-E325-298E-4F89-9446DB46A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4E47C0-892B-B996-9049-E25850C34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76A03-515A-4CBC-AAC4-128A05AC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5A897-8557-322D-58B6-99FD2C5D0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41076A-3420-8D41-4173-D2FC7BFD5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699-DA51-458E-898F-3EB831A6AD1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41C8A8-AFC3-8F04-9F51-10D11FB93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A48F8-529D-851F-B268-3B84364F2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76A03-515A-4CBC-AAC4-128A05AC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047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8C37B8-F606-4481-C361-CDE175082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699-DA51-458E-898F-3EB831A6AD1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452E20-1E8C-69A5-C713-E0BF8FEFF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9FA0B-6CF6-700F-C4B0-4DD80ED9E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76A03-515A-4CBC-AAC4-128A05AC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519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F44BC-AF06-80DF-E1C4-243AF1DAC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19F13-F768-1C57-A6C3-2BC66AB16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AF9A6-6AC1-52FE-A9F8-013500159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9FB7C-16F4-F11E-7396-364B6A11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699-DA51-458E-898F-3EB831A6AD1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19BCD-D864-BA88-0282-8EC8B33F8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ABB9AD-DE5A-9066-28C2-0B79F10AB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76A03-515A-4CBC-AAC4-128A05AC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185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7F4DD-AA58-3D30-C70C-1938BE74D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A40009-8F52-99BC-9F4E-CF34B9303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88659E-F5B5-F9DC-2E2F-E4BAE5787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3A2E80-DA19-EA75-7326-0472DC861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699-DA51-458E-898F-3EB831A6AD1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A5B2CC-3392-9BE4-48CC-79F0207E1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5555C-45B2-0E6E-20AA-AC331468D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76A03-515A-4CBC-AAC4-128A05AC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829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C5987-4E91-B642-58CF-D761A5A03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F978CE-1609-CF74-18BD-E1214B814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70B97-2A4D-24C8-A09A-62747A263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699-DA51-458E-898F-3EB831A6AD1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47236-4413-7AC0-6280-68D4381E6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5E301-5047-23B5-65F6-88D9E8447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76A03-515A-4CBC-AAC4-128A05AC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19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144D80-7D7A-EB58-B8F0-86B0F8FCB5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49F14-79A0-C2B1-2D09-645264233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99E7D-B376-0A0C-94E2-D8DBEB24A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699-DA51-458E-898F-3EB831A6AD1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99A29-D369-7F05-B57D-480AC7DA5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D2BBA-2411-EB97-197C-73E771081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76A03-515A-4CBC-AAC4-128A05AC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81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9C4922-178A-5063-879D-E89DCB262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FCE11-C3A3-D9CB-FECD-324CB85A3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9C1BA-A99B-9AF5-E425-B98EDDFC3C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CE9699-DA51-458E-898F-3EB831A6AD1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3F791-D404-397E-39BE-FE2C4A61D2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45318-A016-3C95-4266-61AC299EFF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976A03-515A-4CBC-AAC4-128A05AC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041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D859B-DADF-3403-E92D-5F4F674FDA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Pulse Compiler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F5C504-B7AB-248D-5EDF-9BBD41876D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03/22/2026</a:t>
            </a:r>
          </a:p>
          <a:p>
            <a:r>
              <a:rPr lang="en-US" dirty="0"/>
              <a:t>Timothy Keller</a:t>
            </a:r>
          </a:p>
        </p:txBody>
      </p:sp>
    </p:spTree>
    <p:extLst>
      <p:ext uri="{BB962C8B-B14F-4D97-AF65-F5344CB8AC3E}">
        <p14:creationId xmlns:p14="http://schemas.microsoft.com/office/powerpoint/2010/main" val="378191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9860F-30C2-F347-295B-75B0C2E4E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US" dirty="0"/>
              <a:t>Compiler Steps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812C7996-3E74-4107-9685-2447FA78E4F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70367642"/>
                  </p:ext>
                  <p:ext uri="{E7BDC344-281C-4309-B0C6-D0EE65EED2A8}">
                    <p202:designPr xmlns:p202="http://schemas.microsoft.com/office/powerpoint/2020/02/main">
                      <p202:designTagLst>
                        <p202:designTag name="ARCH:1:CLS" val="StackedSequentialRowTable"/>
                      </p202:designTagLst>
                    </p202:designPr>
                  </p:ext>
                </p:extLst>
              </p:nvPr>
            </p:nvGraphicFramePr>
            <p:xfrm>
              <a:off x="1092917" y="2029399"/>
              <a:ext cx="9984501" cy="4117660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{5C22544A-7EE6-4342-B048-85BDC9FD1C3A}</a:tableStyleId>
                  </a:tblPr>
                  <a:tblGrid>
                    <a:gridCol w="2254698">
                      <a:extLst>
                        <a:ext uri="{9D8B030D-6E8A-4147-A177-3AD203B41FA5}">
                          <a16:colId xmlns:a16="http://schemas.microsoft.com/office/drawing/2014/main" val="485648509"/>
                        </a:ext>
                      </a:extLst>
                    </a:gridCol>
                    <a:gridCol w="7729803">
                      <a:extLst>
                        <a:ext uri="{9D8B030D-6E8A-4147-A177-3AD203B41FA5}">
                          <a16:colId xmlns:a16="http://schemas.microsoft.com/office/drawing/2014/main" val="1538904106"/>
                        </a:ext>
                      </a:extLst>
                    </a:gridCol>
                  </a:tblGrid>
                  <a:tr h="82353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300" b="1" cap="none" spc="0">
                              <a:solidFill>
                                <a:schemeClr val="accent1"/>
                              </a:solidFill>
                            </a:rPr>
                            <a:t>01</a:t>
                          </a:r>
                        </a:p>
                      </a:txBody>
                      <a:tcPr marL="141446" marR="141446" marT="141446" marB="141446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2100" b="0" cap="none" spc="0" dirty="0">
                              <a:solidFill>
                                <a:schemeClr val="tx1"/>
                              </a:solidFill>
                            </a:rPr>
                            <a:t>Lexer(Pulse Program Text)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b="0" i="1" cap="none" spc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sz="2100" b="0" cap="none" spc="0" dirty="0">
                              <a:solidFill>
                                <a:schemeClr val="tx1"/>
                              </a:solidFill>
                            </a:rPr>
                            <a:t> Create Tokens</a:t>
                          </a:r>
                        </a:p>
                      </a:txBody>
                      <a:tcPr marL="141446" marR="141446" marT="141446" marB="141446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28320259"/>
                      </a:ext>
                    </a:extLst>
                  </a:tr>
                  <a:tr h="82353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300" b="1" cap="none" spc="0">
                              <a:solidFill>
                                <a:schemeClr val="accent1"/>
                              </a:solidFill>
                            </a:rPr>
                            <a:t>02</a:t>
                          </a:r>
                        </a:p>
                      </a:txBody>
                      <a:tcPr marL="141446" marR="141446" marT="141446" marB="141446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2100" b="0" cap="none" spc="0" dirty="0">
                              <a:solidFill>
                                <a:schemeClr val="tx1"/>
                              </a:solidFill>
                            </a:rPr>
                            <a:t>Parser(List of Tokens)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b="0" i="1" cap="none" spc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sz="2100" b="0" cap="none" spc="0" dirty="0">
                              <a:solidFill>
                                <a:schemeClr val="tx1"/>
                              </a:solidFill>
                            </a:rPr>
                            <a:t> Create AST</a:t>
                          </a:r>
                        </a:p>
                      </a:txBody>
                      <a:tcPr marL="141446" marR="141446" marT="141446" marB="141446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64400560"/>
                      </a:ext>
                    </a:extLst>
                  </a:tr>
                  <a:tr h="82353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300" b="1" cap="none" spc="0">
                              <a:solidFill>
                                <a:schemeClr val="accent1"/>
                              </a:solidFill>
                            </a:rPr>
                            <a:t>03</a:t>
                          </a:r>
                        </a:p>
                      </a:txBody>
                      <a:tcPr marL="141446" marR="141446" marT="141446" marB="141446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2100" b="0" cap="none" spc="0" dirty="0">
                              <a:solidFill>
                                <a:schemeClr val="tx1"/>
                              </a:solidFill>
                            </a:rPr>
                            <a:t>Compiler(AST, parameters dictionary)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b="0" i="1" cap="none" spc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sz="2100" b="0" cap="none" spc="0" dirty="0">
                              <a:solidFill>
                                <a:schemeClr val="tx1"/>
                              </a:solidFill>
                            </a:rPr>
                            <a:t> Assembly</a:t>
                          </a:r>
                        </a:p>
                      </a:txBody>
                      <a:tcPr marL="141446" marR="141446" marT="141446" marB="141446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65332890"/>
                      </a:ext>
                    </a:extLst>
                  </a:tr>
                  <a:tr h="82353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300" b="1" cap="none" spc="0">
                              <a:solidFill>
                                <a:schemeClr val="accent1"/>
                              </a:solidFill>
                            </a:rPr>
                            <a:t>04</a:t>
                          </a:r>
                        </a:p>
                      </a:txBody>
                      <a:tcPr marL="141446" marR="141446" marT="141446" marB="141446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2100" b="0" cap="none" spc="0" dirty="0">
                              <a:solidFill>
                                <a:schemeClr val="tx1"/>
                              </a:solidFill>
                            </a:rPr>
                            <a:t>Assembler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b="0" i="1" cap="none" spc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sz="2100" b="0" cap="none" spc="0" dirty="0">
                              <a:solidFill>
                                <a:schemeClr val="tx1"/>
                              </a:solidFill>
                            </a:rPr>
                            <a:t> Instructions</a:t>
                          </a:r>
                        </a:p>
                      </a:txBody>
                      <a:tcPr marL="141446" marR="141446" marT="141446" marB="141446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05355924"/>
                      </a:ext>
                    </a:extLst>
                  </a:tr>
                  <a:tr h="82353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3300" b="1" cap="none" spc="0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marL="141446" marR="141446" marT="141446" marB="141446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6350" cap="flat" cmpd="sng" algn="ctr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n-US" sz="2100" b="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41446" marR="141446" marT="141446" marB="141446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6350" cap="flat" cmpd="sng" algn="ctr">
                          <a:noFill/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184045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812C7996-3E74-4107-9685-2447FA78E4F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70367642"/>
                  </p:ext>
                  <p:ext uri="{E7BDC344-281C-4309-B0C6-D0EE65EED2A8}">
                    <p202:designPr xmlns:p202="http://schemas.microsoft.com/office/powerpoint/2020/02/main">
                      <p202:designTagLst>
                        <p202:designTag name="ARCH:1:CLS" val="StackedSequentialRowTable"/>
                      </p202:designTagLst>
                    </p202:designPr>
                  </p:ext>
                </p:extLst>
              </p:nvPr>
            </p:nvGraphicFramePr>
            <p:xfrm>
              <a:off x="1092917" y="2029399"/>
              <a:ext cx="9984501" cy="4117660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{5C22544A-7EE6-4342-B048-85BDC9FD1C3A}</a:tableStyleId>
                  </a:tblPr>
                  <a:tblGrid>
                    <a:gridCol w="2254698">
                      <a:extLst>
                        <a:ext uri="{9D8B030D-6E8A-4147-A177-3AD203B41FA5}">
                          <a16:colId xmlns:a16="http://schemas.microsoft.com/office/drawing/2014/main" val="485648509"/>
                        </a:ext>
                      </a:extLst>
                    </a:gridCol>
                    <a:gridCol w="7729803">
                      <a:extLst>
                        <a:ext uri="{9D8B030D-6E8A-4147-A177-3AD203B41FA5}">
                          <a16:colId xmlns:a16="http://schemas.microsoft.com/office/drawing/2014/main" val="1538904106"/>
                        </a:ext>
                      </a:extLst>
                    </a:gridCol>
                  </a:tblGrid>
                  <a:tr h="82353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300" b="1" cap="none" spc="0">
                              <a:solidFill>
                                <a:schemeClr val="accent1"/>
                              </a:solidFill>
                            </a:rPr>
                            <a:t>01</a:t>
                          </a:r>
                        </a:p>
                      </a:txBody>
                      <a:tcPr marL="141446" marR="141446" marT="141446" marB="141446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1446" marR="141446" marT="141446" marB="141446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29157" b="-4014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8320259"/>
                      </a:ext>
                    </a:extLst>
                  </a:tr>
                  <a:tr h="82353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300" b="1" cap="none" spc="0">
                              <a:solidFill>
                                <a:schemeClr val="accent1"/>
                              </a:solidFill>
                            </a:rPr>
                            <a:t>02</a:t>
                          </a:r>
                        </a:p>
                      </a:txBody>
                      <a:tcPr marL="141446" marR="141446" marT="141446" marB="141446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1446" marR="141446" marT="141446" marB="141446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29157" t="-99265" b="-298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4400560"/>
                      </a:ext>
                    </a:extLst>
                  </a:tr>
                  <a:tr h="82353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300" b="1" cap="none" spc="0">
                              <a:solidFill>
                                <a:schemeClr val="accent1"/>
                              </a:solidFill>
                            </a:rPr>
                            <a:t>03</a:t>
                          </a:r>
                        </a:p>
                      </a:txBody>
                      <a:tcPr marL="141446" marR="141446" marT="141446" marB="141446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1446" marR="141446" marT="141446" marB="141446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29157" t="-200741" b="-2007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5332890"/>
                      </a:ext>
                    </a:extLst>
                  </a:tr>
                  <a:tr h="82353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300" b="1" cap="none" spc="0">
                              <a:solidFill>
                                <a:schemeClr val="accent1"/>
                              </a:solidFill>
                            </a:rPr>
                            <a:t>04</a:t>
                          </a:r>
                        </a:p>
                      </a:txBody>
                      <a:tcPr marL="141446" marR="141446" marT="141446" marB="141446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1446" marR="141446" marT="141446" marB="141446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29157" t="-298529" b="-992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5355924"/>
                      </a:ext>
                    </a:extLst>
                  </a:tr>
                  <a:tr h="82353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3300" b="1" cap="none" spc="0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marL="141446" marR="141446" marT="141446" marB="141446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6350" cap="flat" cmpd="sng" algn="ctr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n-US" sz="2100" b="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41446" marR="141446" marT="141446" marB="141446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6350" cap="flat" cmpd="sng" algn="ctr">
                          <a:noFill/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184045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52045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BA46E-0720-12D8-C714-22B5987C3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5EC74-6011-F2FB-955E-D6C1F804D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392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42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 Theme</vt:lpstr>
      <vt:lpstr>Pulse Compiler</vt:lpstr>
      <vt:lpstr>Compiler Steps</vt:lpstr>
      <vt:lpstr>Lexer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 Keller</dc:creator>
  <cp:lastModifiedBy>Tim Keller</cp:lastModifiedBy>
  <cp:revision>2</cp:revision>
  <dcterms:created xsi:type="dcterms:W3CDTF">2026-03-22T17:02:36Z</dcterms:created>
  <dcterms:modified xsi:type="dcterms:W3CDTF">2026-03-22T19:25:18Z</dcterms:modified>
</cp:coreProperties>
</file>